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5" r:id="rId7"/>
    <p:sldId id="266" r:id="rId8"/>
    <p:sldId id="257" r:id="rId9"/>
    <p:sldId id="259" r:id="rId10"/>
    <p:sldId id="260" r:id="rId11"/>
    <p:sldId id="261" r:id="rId12"/>
    <p:sldId id="262" r:id="rId13"/>
    <p:sldId id="263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4A609-0270-4AC9-B135-7BC671701A7F}" v="2" dt="2022-10-05T16:55:17.080"/>
    <p1510:client id="{1B2E5DC4-C1F5-427F-8A98-6197CB7F30C8}" v="164" dt="2022-10-05T05:40:30.970"/>
    <p1510:client id="{1E795EE9-F621-4F43-80F5-FC78F98ED7FA}" v="28" dt="2022-10-05T17:00:19.892"/>
    <p1510:client id="{210A39AF-EBB6-47A9-BD19-206BE10A057A}" v="102" vWet="104" dt="2022-10-05T16:48:33.173"/>
    <p1510:client id="{BE10D549-5B64-4DCF-B8CF-01914E0E8D63}" v="96" dt="2022-10-05T17:19:07.814"/>
    <p1510:client id="{E28736EA-49E3-4410-8F57-F21AAF4C80FD}" v="600" dt="2022-10-05T17:11:13.327"/>
    <p1510:client id="{FDA51B93-2078-482A-AB82-9764209B766D}" v="61" dt="2022-10-05T16:54:00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dner, Steven D" userId="S::stevendg@uab.edu::64ed687d-63e1-4f2e-8232-9af12a8604ba" providerId="AD" clId="Web-{FDA51B93-2078-482A-AB82-9764209B766D}"/>
    <pc:docChg chg="modSld">
      <pc:chgData name="Gardner, Steven D" userId="S::stevendg@uab.edu::64ed687d-63e1-4f2e-8232-9af12a8604ba" providerId="AD" clId="Web-{FDA51B93-2078-482A-AB82-9764209B766D}" dt="2022-10-05T16:54:00.753" v="42" actId="20577"/>
      <pc:docMkLst>
        <pc:docMk/>
      </pc:docMkLst>
      <pc:sldChg chg="modSp">
        <pc:chgData name="Gardner, Steven D" userId="S::stevendg@uab.edu::64ed687d-63e1-4f2e-8232-9af12a8604ba" providerId="AD" clId="Web-{FDA51B93-2078-482A-AB82-9764209B766D}" dt="2022-10-05T16:54:00.753" v="42" actId="20577"/>
        <pc:sldMkLst>
          <pc:docMk/>
          <pc:sldMk cId="294975276" sldId="258"/>
        </pc:sldMkLst>
        <pc:spChg chg="mod">
          <ac:chgData name="Gardner, Steven D" userId="S::stevendg@uab.edu::64ed687d-63e1-4f2e-8232-9af12a8604ba" providerId="AD" clId="Web-{FDA51B93-2078-482A-AB82-9764209B766D}" dt="2022-10-05T16:54:00.753" v="42" actId="20577"/>
          <ac:spMkLst>
            <pc:docMk/>
            <pc:sldMk cId="294975276" sldId="258"/>
            <ac:spMk id="3" creationId="{2BD73CB7-C570-BDB5-2F6E-5CAD925885CC}"/>
          </ac:spMkLst>
        </pc:spChg>
      </pc:sldChg>
      <pc:sldChg chg="modSp">
        <pc:chgData name="Gardner, Steven D" userId="S::stevendg@uab.edu::64ed687d-63e1-4f2e-8232-9af12a8604ba" providerId="AD" clId="Web-{FDA51B93-2078-482A-AB82-9764209B766D}" dt="2022-10-05T16:49:13.368" v="35"/>
        <pc:sldMkLst>
          <pc:docMk/>
          <pc:sldMk cId="606415252" sldId="265"/>
        </pc:sldMkLst>
        <pc:graphicFrameChg chg="mod modGraphic">
          <ac:chgData name="Gardner, Steven D" userId="S::stevendg@uab.edu::64ed687d-63e1-4f2e-8232-9af12a8604ba" providerId="AD" clId="Web-{FDA51B93-2078-482A-AB82-9764209B766D}" dt="2022-10-05T16:49:13.368" v="35"/>
          <ac:graphicFrameMkLst>
            <pc:docMk/>
            <pc:sldMk cId="606415252" sldId="265"/>
            <ac:graphicFrameMk id="5" creationId="{8B792D99-A048-06F7-B25B-38808C2C07AA}"/>
          </ac:graphicFrameMkLst>
        </pc:graphicFrameChg>
      </pc:sldChg>
    </pc:docChg>
  </pc:docChgLst>
  <pc:docChgLst>
    <pc:chgData name="Gardner, Steven D" userId="S::stevendg@uab.edu::64ed687d-63e1-4f2e-8232-9af12a8604ba" providerId="AD" clId="Web-{E28736EA-49E3-4410-8F57-F21AAF4C80FD}"/>
    <pc:docChg chg="addSld modSld">
      <pc:chgData name="Gardner, Steven D" userId="S::stevendg@uab.edu::64ed687d-63e1-4f2e-8232-9af12a8604ba" providerId="AD" clId="Web-{E28736EA-49E3-4410-8F57-F21AAF4C80FD}" dt="2022-10-05T17:11:13.327" v="591" actId="20577"/>
      <pc:docMkLst>
        <pc:docMk/>
      </pc:docMkLst>
      <pc:sldChg chg="addSp modSp new">
        <pc:chgData name="Gardner, Steven D" userId="S::stevendg@uab.edu::64ed687d-63e1-4f2e-8232-9af12a8604ba" providerId="AD" clId="Web-{E28736EA-49E3-4410-8F57-F21AAF4C80FD}" dt="2022-10-05T17:11:13.327" v="591" actId="20577"/>
        <pc:sldMkLst>
          <pc:docMk/>
          <pc:sldMk cId="1664211735" sldId="267"/>
        </pc:sldMkLst>
        <pc:spChg chg="mod">
          <ac:chgData name="Gardner, Steven D" userId="S::stevendg@uab.edu::64ed687d-63e1-4f2e-8232-9af12a8604ba" providerId="AD" clId="Web-{E28736EA-49E3-4410-8F57-F21AAF4C80FD}" dt="2022-10-05T17:10:21.201" v="567" actId="1076"/>
          <ac:spMkLst>
            <pc:docMk/>
            <pc:sldMk cId="1664211735" sldId="267"/>
            <ac:spMk id="2" creationId="{C860E59E-5C78-6C69-B1F4-D9C49162EB97}"/>
          </ac:spMkLst>
        </pc:spChg>
        <pc:spChg chg="mod">
          <ac:chgData name="Gardner, Steven D" userId="S::stevendg@uab.edu::64ed687d-63e1-4f2e-8232-9af12a8604ba" providerId="AD" clId="Web-{E28736EA-49E3-4410-8F57-F21AAF4C80FD}" dt="2022-10-05T17:11:13.327" v="591" actId="20577"/>
          <ac:spMkLst>
            <pc:docMk/>
            <pc:sldMk cId="1664211735" sldId="267"/>
            <ac:spMk id="3" creationId="{BBE914F5-7063-609F-805C-2FAC5DC8DF24}"/>
          </ac:spMkLst>
        </pc:spChg>
        <pc:picChg chg="add mod">
          <ac:chgData name="Gardner, Steven D" userId="S::stevendg@uab.edu::64ed687d-63e1-4f2e-8232-9af12a8604ba" providerId="AD" clId="Web-{E28736EA-49E3-4410-8F57-F21AAF4C80FD}" dt="2022-10-05T17:10:18.373" v="566" actId="1076"/>
          <ac:picMkLst>
            <pc:docMk/>
            <pc:sldMk cId="1664211735" sldId="267"/>
            <ac:picMk id="4" creationId="{D6315112-C527-5B55-71CA-D7DF7C046C59}"/>
          </ac:picMkLst>
        </pc:picChg>
      </pc:sldChg>
    </pc:docChg>
  </pc:docChgLst>
  <pc:docChgLst>
    <pc:chgData name="Gardner, Steven D" userId="64ed687d-63e1-4f2e-8232-9af12a8604ba" providerId="ADAL" clId="{210A39AF-EBB6-47A9-BD19-206BE10A057A}"/>
    <pc:docChg chg="custSel addSld delSld modSld sldOrd">
      <pc:chgData name="Gardner, Steven D" userId="64ed687d-63e1-4f2e-8232-9af12a8604ba" providerId="ADAL" clId="{210A39AF-EBB6-47A9-BD19-206BE10A057A}" dt="2022-10-05T16:47:45.238" v="2103" actId="2696"/>
      <pc:docMkLst>
        <pc:docMk/>
      </pc:docMkLst>
      <pc:sldChg chg="modSp mod">
        <pc:chgData name="Gardner, Steven D" userId="64ed687d-63e1-4f2e-8232-9af12a8604ba" providerId="ADAL" clId="{210A39AF-EBB6-47A9-BD19-206BE10A057A}" dt="2022-10-05T05:08:27.971" v="687" actId="20577"/>
        <pc:sldMkLst>
          <pc:docMk/>
          <pc:sldMk cId="3831655512" sldId="256"/>
        </pc:sldMkLst>
        <pc:spChg chg="mod">
          <ac:chgData name="Gardner, Steven D" userId="64ed687d-63e1-4f2e-8232-9af12a8604ba" providerId="ADAL" clId="{210A39AF-EBB6-47A9-BD19-206BE10A057A}" dt="2022-10-05T05:08:27.971" v="687" actId="20577"/>
          <ac:spMkLst>
            <pc:docMk/>
            <pc:sldMk cId="3831655512" sldId="256"/>
            <ac:spMk id="2" creationId="{6332102C-1990-56D7-881B-1579582F3BB4}"/>
          </ac:spMkLst>
        </pc:spChg>
      </pc:sldChg>
      <pc:sldChg chg="modSp mod">
        <pc:chgData name="Gardner, Steven D" userId="64ed687d-63e1-4f2e-8232-9af12a8604ba" providerId="ADAL" clId="{210A39AF-EBB6-47A9-BD19-206BE10A057A}" dt="2022-10-05T05:12:41.716" v="847" actId="1076"/>
        <pc:sldMkLst>
          <pc:docMk/>
          <pc:sldMk cId="1180293931" sldId="257"/>
        </pc:sldMkLst>
        <pc:spChg chg="mod">
          <ac:chgData name="Gardner, Steven D" userId="64ed687d-63e1-4f2e-8232-9af12a8604ba" providerId="ADAL" clId="{210A39AF-EBB6-47A9-BD19-206BE10A057A}" dt="2022-10-05T05:04:08.525" v="476" actId="20577"/>
          <ac:spMkLst>
            <pc:docMk/>
            <pc:sldMk cId="1180293931" sldId="257"/>
            <ac:spMk id="2" creationId="{AF9A617D-34ED-D760-C552-A5EB4707B88D}"/>
          </ac:spMkLst>
        </pc:spChg>
        <pc:spChg chg="mod">
          <ac:chgData name="Gardner, Steven D" userId="64ed687d-63e1-4f2e-8232-9af12a8604ba" providerId="ADAL" clId="{210A39AF-EBB6-47A9-BD19-206BE10A057A}" dt="2022-10-05T05:12:41.716" v="847" actId="1076"/>
          <ac:spMkLst>
            <pc:docMk/>
            <pc:sldMk cId="1180293931" sldId="257"/>
            <ac:spMk id="3" creationId="{953BE31C-C372-187A-AA6E-888618097712}"/>
          </ac:spMkLst>
        </pc:spChg>
        <pc:picChg chg="mod">
          <ac:chgData name="Gardner, Steven D" userId="64ed687d-63e1-4f2e-8232-9af12a8604ba" providerId="ADAL" clId="{210A39AF-EBB6-47A9-BD19-206BE10A057A}" dt="2022-10-05T05:04:42.817" v="530" actId="1076"/>
          <ac:picMkLst>
            <pc:docMk/>
            <pc:sldMk cId="1180293931" sldId="257"/>
            <ac:picMk id="5" creationId="{FA5A06E8-32E7-EEFB-07D4-A38D5BC7E5AD}"/>
          </ac:picMkLst>
        </pc:picChg>
      </pc:sldChg>
      <pc:sldChg chg="modSp mod">
        <pc:chgData name="Gardner, Steven D" userId="64ed687d-63e1-4f2e-8232-9af12a8604ba" providerId="ADAL" clId="{210A39AF-EBB6-47A9-BD19-206BE10A057A}" dt="2022-10-05T05:28:11.538" v="1658" actId="20577"/>
        <pc:sldMkLst>
          <pc:docMk/>
          <pc:sldMk cId="294975276" sldId="258"/>
        </pc:sldMkLst>
        <pc:spChg chg="mod">
          <ac:chgData name="Gardner, Steven D" userId="64ed687d-63e1-4f2e-8232-9af12a8604ba" providerId="ADAL" clId="{210A39AF-EBB6-47A9-BD19-206BE10A057A}" dt="2022-10-05T05:01:23.689" v="425" actId="1076"/>
          <ac:spMkLst>
            <pc:docMk/>
            <pc:sldMk cId="294975276" sldId="258"/>
            <ac:spMk id="2" creationId="{3340BC25-553F-B978-5B8D-0C693A928644}"/>
          </ac:spMkLst>
        </pc:spChg>
        <pc:spChg chg="mod">
          <ac:chgData name="Gardner, Steven D" userId="64ed687d-63e1-4f2e-8232-9af12a8604ba" providerId="ADAL" clId="{210A39AF-EBB6-47A9-BD19-206BE10A057A}" dt="2022-10-05T05:28:11.538" v="1658" actId="20577"/>
          <ac:spMkLst>
            <pc:docMk/>
            <pc:sldMk cId="294975276" sldId="258"/>
            <ac:spMk id="3" creationId="{2BD73CB7-C570-BDB5-2F6E-5CAD925885CC}"/>
          </ac:spMkLst>
        </pc:spChg>
      </pc:sldChg>
      <pc:sldChg chg="addSp modSp new mod">
        <pc:chgData name="Gardner, Steven D" userId="64ed687d-63e1-4f2e-8232-9af12a8604ba" providerId="ADAL" clId="{210A39AF-EBB6-47A9-BD19-206BE10A057A}" dt="2022-10-05T05:09:21.628" v="727" actId="1076"/>
        <pc:sldMkLst>
          <pc:docMk/>
          <pc:sldMk cId="4119370323" sldId="259"/>
        </pc:sldMkLst>
        <pc:spChg chg="mod">
          <ac:chgData name="Gardner, Steven D" userId="64ed687d-63e1-4f2e-8232-9af12a8604ba" providerId="ADAL" clId="{210A39AF-EBB6-47A9-BD19-206BE10A057A}" dt="2022-10-05T05:04:16.210" v="498" actId="20577"/>
          <ac:spMkLst>
            <pc:docMk/>
            <pc:sldMk cId="4119370323" sldId="259"/>
            <ac:spMk id="2" creationId="{A629FF5A-EC8A-F50D-F60A-00915F14165B}"/>
          </ac:spMkLst>
        </pc:spChg>
        <pc:spChg chg="mod">
          <ac:chgData name="Gardner, Steven D" userId="64ed687d-63e1-4f2e-8232-9af12a8604ba" providerId="ADAL" clId="{210A39AF-EBB6-47A9-BD19-206BE10A057A}" dt="2022-10-05T05:09:19.110" v="726" actId="14100"/>
          <ac:spMkLst>
            <pc:docMk/>
            <pc:sldMk cId="4119370323" sldId="259"/>
            <ac:spMk id="3" creationId="{67F5E77B-05FA-FCC5-370A-B6D3DE7E0A1E}"/>
          </ac:spMkLst>
        </pc:spChg>
        <pc:picChg chg="add mod">
          <ac:chgData name="Gardner, Steven D" userId="64ed687d-63e1-4f2e-8232-9af12a8604ba" providerId="ADAL" clId="{210A39AF-EBB6-47A9-BD19-206BE10A057A}" dt="2022-10-05T05:09:21.628" v="727" actId="1076"/>
          <ac:picMkLst>
            <pc:docMk/>
            <pc:sldMk cId="4119370323" sldId="259"/>
            <ac:picMk id="5" creationId="{04A5E3EC-C7AB-3FEA-31CC-6C128B4B7D99}"/>
          </ac:picMkLst>
        </pc:picChg>
      </pc:sldChg>
      <pc:sldChg chg="addSp modSp new mod">
        <pc:chgData name="Gardner, Steven D" userId="64ed687d-63e1-4f2e-8232-9af12a8604ba" providerId="ADAL" clId="{210A39AF-EBB6-47A9-BD19-206BE10A057A}" dt="2022-10-05T05:15:00.981" v="937" actId="20577"/>
        <pc:sldMkLst>
          <pc:docMk/>
          <pc:sldMk cId="1999490459" sldId="260"/>
        </pc:sldMkLst>
        <pc:spChg chg="mod">
          <ac:chgData name="Gardner, Steven D" userId="64ed687d-63e1-4f2e-8232-9af12a8604ba" providerId="ADAL" clId="{210A39AF-EBB6-47A9-BD19-206BE10A057A}" dt="2022-10-05T05:15:00.981" v="937" actId="20577"/>
          <ac:spMkLst>
            <pc:docMk/>
            <pc:sldMk cId="1999490459" sldId="260"/>
            <ac:spMk id="2" creationId="{B12C6ABD-C155-5165-D9E8-C31B1020A346}"/>
          </ac:spMkLst>
        </pc:spChg>
        <pc:spChg chg="mod">
          <ac:chgData name="Gardner, Steven D" userId="64ed687d-63e1-4f2e-8232-9af12a8604ba" providerId="ADAL" clId="{210A39AF-EBB6-47A9-BD19-206BE10A057A}" dt="2022-10-05T05:14:52.441" v="920" actId="20577"/>
          <ac:spMkLst>
            <pc:docMk/>
            <pc:sldMk cId="1999490459" sldId="260"/>
            <ac:spMk id="3" creationId="{45CDC04B-094F-6BF3-7672-AED669E685C5}"/>
          </ac:spMkLst>
        </pc:spChg>
        <pc:picChg chg="add mod">
          <ac:chgData name="Gardner, Steven D" userId="64ed687d-63e1-4f2e-8232-9af12a8604ba" providerId="ADAL" clId="{210A39AF-EBB6-47A9-BD19-206BE10A057A}" dt="2022-10-05T05:13:30.244" v="879" actId="1076"/>
          <ac:picMkLst>
            <pc:docMk/>
            <pc:sldMk cId="1999490459" sldId="260"/>
            <ac:picMk id="5" creationId="{1559FBD9-68AA-145E-F91B-48DD2256EDFF}"/>
          </ac:picMkLst>
        </pc:picChg>
        <pc:picChg chg="add mod">
          <ac:chgData name="Gardner, Steven D" userId="64ed687d-63e1-4f2e-8232-9af12a8604ba" providerId="ADAL" clId="{210A39AF-EBB6-47A9-BD19-206BE10A057A}" dt="2022-10-05T05:14:40.675" v="914" actId="1036"/>
          <ac:picMkLst>
            <pc:docMk/>
            <pc:sldMk cId="1999490459" sldId="260"/>
            <ac:picMk id="7" creationId="{C66BE67F-3326-7E1D-A213-0E64892A0FD0}"/>
          </ac:picMkLst>
        </pc:picChg>
      </pc:sldChg>
      <pc:sldChg chg="addSp modSp new mod">
        <pc:chgData name="Gardner, Steven D" userId="64ed687d-63e1-4f2e-8232-9af12a8604ba" providerId="ADAL" clId="{210A39AF-EBB6-47A9-BD19-206BE10A057A}" dt="2022-10-05T05:35:49.824" v="2100" actId="20577"/>
        <pc:sldMkLst>
          <pc:docMk/>
          <pc:sldMk cId="161396269" sldId="261"/>
        </pc:sldMkLst>
        <pc:spChg chg="mod">
          <ac:chgData name="Gardner, Steven D" userId="64ed687d-63e1-4f2e-8232-9af12a8604ba" providerId="ADAL" clId="{210A39AF-EBB6-47A9-BD19-206BE10A057A}" dt="2022-10-05T05:15:43.828" v="967" actId="1076"/>
          <ac:spMkLst>
            <pc:docMk/>
            <pc:sldMk cId="161396269" sldId="261"/>
            <ac:spMk id="2" creationId="{0E13BE7C-FBDA-5D2A-03F2-D147BD92EA81}"/>
          </ac:spMkLst>
        </pc:spChg>
        <pc:spChg chg="mod">
          <ac:chgData name="Gardner, Steven D" userId="64ed687d-63e1-4f2e-8232-9af12a8604ba" providerId="ADAL" clId="{210A39AF-EBB6-47A9-BD19-206BE10A057A}" dt="2022-10-05T05:35:49.824" v="2100" actId="20577"/>
          <ac:spMkLst>
            <pc:docMk/>
            <pc:sldMk cId="161396269" sldId="261"/>
            <ac:spMk id="3" creationId="{A209D433-AE26-43F2-BFB1-D1D6FF25DF3B}"/>
          </ac:spMkLst>
        </pc:spChg>
        <pc:picChg chg="add mod">
          <ac:chgData name="Gardner, Steven D" userId="64ed687d-63e1-4f2e-8232-9af12a8604ba" providerId="ADAL" clId="{210A39AF-EBB6-47A9-BD19-206BE10A057A}" dt="2022-10-05T05:20:25.438" v="1276" actId="1076"/>
          <ac:picMkLst>
            <pc:docMk/>
            <pc:sldMk cId="161396269" sldId="261"/>
            <ac:picMk id="5" creationId="{06ED2E03-6D53-C005-2466-2C00FD72DE34}"/>
          </ac:picMkLst>
        </pc:picChg>
      </pc:sldChg>
      <pc:sldChg chg="modSp new del mod ord">
        <pc:chgData name="Gardner, Steven D" userId="64ed687d-63e1-4f2e-8232-9af12a8604ba" providerId="ADAL" clId="{210A39AF-EBB6-47A9-BD19-206BE10A057A}" dt="2022-10-05T05:07:56.395" v="641" actId="47"/>
        <pc:sldMkLst>
          <pc:docMk/>
          <pc:sldMk cId="2546770347" sldId="261"/>
        </pc:sldMkLst>
        <pc:spChg chg="mod">
          <ac:chgData name="Gardner, Steven D" userId="64ed687d-63e1-4f2e-8232-9af12a8604ba" providerId="ADAL" clId="{210A39AF-EBB6-47A9-BD19-206BE10A057A}" dt="2022-10-05T05:05:18.843" v="571" actId="1076"/>
          <ac:spMkLst>
            <pc:docMk/>
            <pc:sldMk cId="2546770347" sldId="261"/>
            <ac:spMk id="2" creationId="{7167BFCC-2704-8ABA-DB70-402FF87A32D9}"/>
          </ac:spMkLst>
        </pc:spChg>
      </pc:sldChg>
      <pc:sldChg chg="add del">
        <pc:chgData name="Gardner, Steven D" userId="64ed687d-63e1-4f2e-8232-9af12a8604ba" providerId="ADAL" clId="{210A39AF-EBB6-47A9-BD19-206BE10A057A}" dt="2022-10-05T05:07:56.395" v="641" actId="47"/>
        <pc:sldMkLst>
          <pc:docMk/>
          <pc:sldMk cId="606415252" sldId="262"/>
        </pc:sldMkLst>
      </pc:sldChg>
      <pc:sldChg chg="addSp modSp new mod">
        <pc:chgData name="Gardner, Steven D" userId="64ed687d-63e1-4f2e-8232-9af12a8604ba" providerId="ADAL" clId="{210A39AF-EBB6-47A9-BD19-206BE10A057A}" dt="2022-10-05T05:35:33.193" v="2086" actId="20577"/>
        <pc:sldMkLst>
          <pc:docMk/>
          <pc:sldMk cId="3291992103" sldId="262"/>
        </pc:sldMkLst>
        <pc:spChg chg="mod">
          <ac:chgData name="Gardner, Steven D" userId="64ed687d-63e1-4f2e-8232-9af12a8604ba" providerId="ADAL" clId="{210A39AF-EBB6-47A9-BD19-206BE10A057A}" dt="2022-10-05T05:24:22.302" v="1500" actId="1076"/>
          <ac:spMkLst>
            <pc:docMk/>
            <pc:sldMk cId="3291992103" sldId="262"/>
            <ac:spMk id="2" creationId="{1F92F75B-FB19-931C-BF8A-E6903AEF3173}"/>
          </ac:spMkLst>
        </pc:spChg>
        <pc:spChg chg="mod">
          <ac:chgData name="Gardner, Steven D" userId="64ed687d-63e1-4f2e-8232-9af12a8604ba" providerId="ADAL" clId="{210A39AF-EBB6-47A9-BD19-206BE10A057A}" dt="2022-10-05T05:35:33.193" v="2086" actId="20577"/>
          <ac:spMkLst>
            <pc:docMk/>
            <pc:sldMk cId="3291992103" sldId="262"/>
            <ac:spMk id="3" creationId="{EBCECFE6-6E62-599C-74F8-712158C80692}"/>
          </ac:spMkLst>
        </pc:spChg>
        <pc:picChg chg="add mod">
          <ac:chgData name="Gardner, Steven D" userId="64ed687d-63e1-4f2e-8232-9af12a8604ba" providerId="ADAL" clId="{210A39AF-EBB6-47A9-BD19-206BE10A057A}" dt="2022-10-05T05:25:19.053" v="1596" actId="1076"/>
          <ac:picMkLst>
            <pc:docMk/>
            <pc:sldMk cId="3291992103" sldId="262"/>
            <ac:picMk id="5" creationId="{8807A36F-BC19-9D58-6AA8-D2242A02F954}"/>
          </ac:picMkLst>
        </pc:picChg>
      </pc:sldChg>
      <pc:sldChg chg="addSp modSp new mod">
        <pc:chgData name="Gardner, Steven D" userId="64ed687d-63e1-4f2e-8232-9af12a8604ba" providerId="ADAL" clId="{210A39AF-EBB6-47A9-BD19-206BE10A057A}" dt="2022-10-05T05:32:06.305" v="2005" actId="20577"/>
        <pc:sldMkLst>
          <pc:docMk/>
          <pc:sldMk cId="2146357300" sldId="263"/>
        </pc:sldMkLst>
        <pc:spChg chg="mod">
          <ac:chgData name="Gardner, Steven D" userId="64ed687d-63e1-4f2e-8232-9af12a8604ba" providerId="ADAL" clId="{210A39AF-EBB6-47A9-BD19-206BE10A057A}" dt="2022-10-05T05:31:01.080" v="1932" actId="20577"/>
          <ac:spMkLst>
            <pc:docMk/>
            <pc:sldMk cId="2146357300" sldId="263"/>
            <ac:spMk id="2" creationId="{032D2A95-5E2C-2F81-0C0E-91452B0C4BBD}"/>
          </ac:spMkLst>
        </pc:spChg>
        <pc:spChg chg="mod">
          <ac:chgData name="Gardner, Steven D" userId="64ed687d-63e1-4f2e-8232-9af12a8604ba" providerId="ADAL" clId="{210A39AF-EBB6-47A9-BD19-206BE10A057A}" dt="2022-10-05T05:32:06.305" v="2005" actId="20577"/>
          <ac:spMkLst>
            <pc:docMk/>
            <pc:sldMk cId="2146357300" sldId="263"/>
            <ac:spMk id="3" creationId="{856B29F7-FC6A-2F61-58B4-7F24D5F21B1F}"/>
          </ac:spMkLst>
        </pc:spChg>
        <pc:picChg chg="add mod">
          <ac:chgData name="Gardner, Steven D" userId="64ed687d-63e1-4f2e-8232-9af12a8604ba" providerId="ADAL" clId="{210A39AF-EBB6-47A9-BD19-206BE10A057A}" dt="2022-10-05T05:30:45.494" v="1924" actId="1076"/>
          <ac:picMkLst>
            <pc:docMk/>
            <pc:sldMk cId="2146357300" sldId="263"/>
            <ac:picMk id="5" creationId="{F93D0A90-2E34-E1DA-8EC8-31D6821B502A}"/>
          </ac:picMkLst>
        </pc:picChg>
      </pc:sldChg>
      <pc:sldChg chg="add del">
        <pc:chgData name="Gardner, Steven D" userId="64ed687d-63e1-4f2e-8232-9af12a8604ba" providerId="ADAL" clId="{210A39AF-EBB6-47A9-BD19-206BE10A057A}" dt="2022-10-05T05:07:56.395" v="641" actId="47"/>
        <pc:sldMkLst>
          <pc:docMk/>
          <pc:sldMk cId="2525678162" sldId="263"/>
        </pc:sldMkLst>
      </pc:sldChg>
      <pc:sldChg chg="new del">
        <pc:chgData name="Gardner, Steven D" userId="64ed687d-63e1-4f2e-8232-9af12a8604ba" providerId="ADAL" clId="{210A39AF-EBB6-47A9-BD19-206BE10A057A}" dt="2022-10-05T16:47:45.238" v="2103" actId="2696"/>
        <pc:sldMkLst>
          <pc:docMk/>
          <pc:sldMk cId="197931840" sldId="264"/>
        </pc:sldMkLst>
      </pc:sldChg>
      <pc:sldChg chg="modSp new del mod ord">
        <pc:chgData name="Gardner, Steven D" userId="64ed687d-63e1-4f2e-8232-9af12a8604ba" providerId="ADAL" clId="{210A39AF-EBB6-47A9-BD19-206BE10A057A}" dt="2022-10-05T05:07:59.783" v="642" actId="47"/>
        <pc:sldMkLst>
          <pc:docMk/>
          <pc:sldMk cId="2450492193" sldId="264"/>
        </pc:sldMkLst>
        <pc:spChg chg="mod">
          <ac:chgData name="Gardner, Steven D" userId="64ed687d-63e1-4f2e-8232-9af12a8604ba" providerId="ADAL" clId="{210A39AF-EBB6-47A9-BD19-206BE10A057A}" dt="2022-10-05T05:07:22.703" v="640" actId="20577"/>
          <ac:spMkLst>
            <pc:docMk/>
            <pc:sldMk cId="2450492193" sldId="264"/>
            <ac:spMk id="2" creationId="{782C92C6-8985-285A-5A7E-3E9AB2EF1961}"/>
          </ac:spMkLst>
        </pc:spChg>
      </pc:sldChg>
      <pc:sldChg chg="add">
        <pc:chgData name="Gardner, Steven D" userId="64ed687d-63e1-4f2e-8232-9af12a8604ba" providerId="ADAL" clId="{210A39AF-EBB6-47A9-BD19-206BE10A057A}" dt="2022-10-05T16:47:42.068" v="2102"/>
        <pc:sldMkLst>
          <pc:docMk/>
          <pc:sldMk cId="606415252" sldId="265"/>
        </pc:sldMkLst>
      </pc:sldChg>
      <pc:sldChg chg="add">
        <pc:chgData name="Gardner, Steven D" userId="64ed687d-63e1-4f2e-8232-9af12a8604ba" providerId="ADAL" clId="{210A39AF-EBB6-47A9-BD19-206BE10A057A}" dt="2022-10-05T16:47:42.068" v="2102"/>
        <pc:sldMkLst>
          <pc:docMk/>
          <pc:sldMk cId="2525678162" sldId="266"/>
        </pc:sldMkLst>
      </pc:sldChg>
    </pc:docChg>
  </pc:docChgLst>
  <pc:docChgLst>
    <pc:chgData name="Gardner, Steven D" userId="S::stevendg@uab.edu::64ed687d-63e1-4f2e-8232-9af12a8604ba" providerId="AD" clId="Web-{1E795EE9-F621-4F43-80F5-FC78F98ED7FA}"/>
    <pc:docChg chg="modSld">
      <pc:chgData name="Gardner, Steven D" userId="S::stevendg@uab.edu::64ed687d-63e1-4f2e-8232-9af12a8604ba" providerId="AD" clId="Web-{1E795EE9-F621-4F43-80F5-FC78F98ED7FA}" dt="2022-10-05T17:00:19.892" v="28" actId="20577"/>
      <pc:docMkLst>
        <pc:docMk/>
      </pc:docMkLst>
      <pc:sldChg chg="modSp">
        <pc:chgData name="Gardner, Steven D" userId="S::stevendg@uab.edu::64ed687d-63e1-4f2e-8232-9af12a8604ba" providerId="AD" clId="Web-{1E795EE9-F621-4F43-80F5-FC78F98ED7FA}" dt="2022-10-05T17:00:19.892" v="28" actId="20577"/>
        <pc:sldMkLst>
          <pc:docMk/>
          <pc:sldMk cId="2146357300" sldId="263"/>
        </pc:sldMkLst>
        <pc:spChg chg="mod">
          <ac:chgData name="Gardner, Steven D" userId="S::stevendg@uab.edu::64ed687d-63e1-4f2e-8232-9af12a8604ba" providerId="AD" clId="Web-{1E795EE9-F621-4F43-80F5-FC78F98ED7FA}" dt="2022-10-05T17:00:19.892" v="28" actId="20577"/>
          <ac:spMkLst>
            <pc:docMk/>
            <pc:sldMk cId="2146357300" sldId="263"/>
            <ac:spMk id="3" creationId="{856B29F7-FC6A-2F61-58B4-7F24D5F21B1F}"/>
          </ac:spMkLst>
        </pc:spChg>
        <pc:picChg chg="mod">
          <ac:chgData name="Gardner, Steven D" userId="S::stevendg@uab.edu::64ed687d-63e1-4f2e-8232-9af12a8604ba" providerId="AD" clId="Web-{1E795EE9-F621-4F43-80F5-FC78F98ED7FA}" dt="2022-10-05T16:59:35.422" v="8" actId="1076"/>
          <ac:picMkLst>
            <pc:docMk/>
            <pc:sldMk cId="2146357300" sldId="263"/>
            <ac:picMk id="5" creationId="{F93D0A90-2E34-E1DA-8EC8-31D6821B502A}"/>
          </ac:picMkLst>
        </pc:picChg>
      </pc:sldChg>
    </pc:docChg>
  </pc:docChgLst>
  <pc:docChgLst>
    <pc:chgData name="Gardner, Steven D" userId="S::stevendg@uab.edu::64ed687d-63e1-4f2e-8232-9af12a8604ba" providerId="AD" clId="Web-{0D74A609-0270-4AC9-B135-7BC671701A7F}"/>
    <pc:docChg chg="modSld">
      <pc:chgData name="Gardner, Steven D" userId="S::stevendg@uab.edu::64ed687d-63e1-4f2e-8232-9af12a8604ba" providerId="AD" clId="Web-{0D74A609-0270-4AC9-B135-7BC671701A7F}" dt="2022-10-05T16:55:17.080" v="1" actId="20577"/>
      <pc:docMkLst>
        <pc:docMk/>
      </pc:docMkLst>
      <pc:sldChg chg="modSp">
        <pc:chgData name="Gardner, Steven D" userId="S::stevendg@uab.edu::64ed687d-63e1-4f2e-8232-9af12a8604ba" providerId="AD" clId="Web-{0D74A609-0270-4AC9-B135-7BC671701A7F}" dt="2022-10-05T16:55:17.080" v="1" actId="20577"/>
        <pc:sldMkLst>
          <pc:docMk/>
          <pc:sldMk cId="294975276" sldId="258"/>
        </pc:sldMkLst>
        <pc:spChg chg="mod">
          <ac:chgData name="Gardner, Steven D" userId="S::stevendg@uab.edu::64ed687d-63e1-4f2e-8232-9af12a8604ba" providerId="AD" clId="Web-{0D74A609-0270-4AC9-B135-7BC671701A7F}" dt="2022-10-05T16:55:17.080" v="1" actId="20577"/>
          <ac:spMkLst>
            <pc:docMk/>
            <pc:sldMk cId="294975276" sldId="258"/>
            <ac:spMk id="3" creationId="{2BD73CB7-C570-BDB5-2F6E-5CAD925885CC}"/>
          </ac:spMkLst>
        </pc:spChg>
      </pc:sldChg>
    </pc:docChg>
  </pc:docChgLst>
  <pc:docChgLst>
    <pc:chgData name="Gardner, Steven D" userId="S::stevendg@uab.edu::64ed687d-63e1-4f2e-8232-9af12a8604ba" providerId="AD" clId="Web-{1B2E5DC4-C1F5-427F-8A98-6197CB7F30C8}"/>
    <pc:docChg chg="modSld">
      <pc:chgData name="Gardner, Steven D" userId="S::stevendg@uab.edu::64ed687d-63e1-4f2e-8232-9af12a8604ba" providerId="AD" clId="Web-{1B2E5DC4-C1F5-427F-8A98-6197CB7F30C8}" dt="2022-10-05T05:40:30.845" v="149" actId="14100"/>
      <pc:docMkLst>
        <pc:docMk/>
      </pc:docMkLst>
      <pc:sldChg chg="addSp modSp">
        <pc:chgData name="Gardner, Steven D" userId="S::stevendg@uab.edu::64ed687d-63e1-4f2e-8232-9af12a8604ba" providerId="AD" clId="Web-{1B2E5DC4-C1F5-427F-8A98-6197CB7F30C8}" dt="2022-10-05T05:40:30.845" v="149" actId="14100"/>
        <pc:sldMkLst>
          <pc:docMk/>
          <pc:sldMk cId="294975276" sldId="258"/>
        </pc:sldMkLst>
        <pc:spChg chg="mod">
          <ac:chgData name="Gardner, Steven D" userId="S::stevendg@uab.edu::64ed687d-63e1-4f2e-8232-9af12a8604ba" providerId="AD" clId="Web-{1B2E5DC4-C1F5-427F-8A98-6197CB7F30C8}" dt="2022-10-05T05:40:30.845" v="149" actId="14100"/>
          <ac:spMkLst>
            <pc:docMk/>
            <pc:sldMk cId="294975276" sldId="258"/>
            <ac:spMk id="3" creationId="{2BD73CB7-C570-BDB5-2F6E-5CAD925885CC}"/>
          </ac:spMkLst>
        </pc:spChg>
        <pc:graphicFrameChg chg="add mod modGraphic">
          <ac:chgData name="Gardner, Steven D" userId="S::stevendg@uab.edu::64ed687d-63e1-4f2e-8232-9af12a8604ba" providerId="AD" clId="Web-{1B2E5DC4-C1F5-427F-8A98-6197CB7F30C8}" dt="2022-10-05T05:38:27.928" v="51"/>
          <ac:graphicFrameMkLst>
            <pc:docMk/>
            <pc:sldMk cId="294975276" sldId="258"/>
            <ac:graphicFrameMk id="5" creationId="{C5F1334B-BF41-A0F5-35F1-8E2DFFC874D9}"/>
          </ac:graphicFrameMkLst>
        </pc:graphicFrameChg>
      </pc:sldChg>
    </pc:docChg>
  </pc:docChgLst>
  <pc:docChgLst>
    <pc:chgData name="Gardner, Steven D" userId="S::stevendg@uab.edu::64ed687d-63e1-4f2e-8232-9af12a8604ba" providerId="AD" clId="Web-{BE10D549-5B64-4DCF-B8CF-01914E0E8D63}"/>
    <pc:docChg chg="modSld">
      <pc:chgData name="Gardner, Steven D" userId="S::stevendg@uab.edu::64ed687d-63e1-4f2e-8232-9af12a8604ba" providerId="AD" clId="Web-{BE10D549-5B64-4DCF-B8CF-01914E0E8D63}" dt="2022-10-05T17:19:06.330" v="90" actId="20577"/>
      <pc:docMkLst>
        <pc:docMk/>
      </pc:docMkLst>
      <pc:sldChg chg="modSp">
        <pc:chgData name="Gardner, Steven D" userId="S::stevendg@uab.edu::64ed687d-63e1-4f2e-8232-9af12a8604ba" providerId="AD" clId="Web-{BE10D549-5B64-4DCF-B8CF-01914E0E8D63}" dt="2022-10-05T17:17:23.702" v="36" actId="20577"/>
        <pc:sldMkLst>
          <pc:docMk/>
          <pc:sldMk cId="3291992103" sldId="262"/>
        </pc:sldMkLst>
        <pc:spChg chg="mod">
          <ac:chgData name="Gardner, Steven D" userId="S::stevendg@uab.edu::64ed687d-63e1-4f2e-8232-9af12a8604ba" providerId="AD" clId="Web-{BE10D549-5B64-4DCF-B8CF-01914E0E8D63}" dt="2022-10-05T17:17:23.702" v="36" actId="20577"/>
          <ac:spMkLst>
            <pc:docMk/>
            <pc:sldMk cId="3291992103" sldId="262"/>
            <ac:spMk id="3" creationId="{EBCECFE6-6E62-599C-74F8-712158C80692}"/>
          </ac:spMkLst>
        </pc:spChg>
      </pc:sldChg>
      <pc:sldChg chg="modSp">
        <pc:chgData name="Gardner, Steven D" userId="S::stevendg@uab.edu::64ed687d-63e1-4f2e-8232-9af12a8604ba" providerId="AD" clId="Web-{BE10D549-5B64-4DCF-B8CF-01914E0E8D63}" dt="2022-10-05T17:18:24.907" v="48" actId="20577"/>
        <pc:sldMkLst>
          <pc:docMk/>
          <pc:sldMk cId="2146357300" sldId="263"/>
        </pc:sldMkLst>
        <pc:spChg chg="mod">
          <ac:chgData name="Gardner, Steven D" userId="S::stevendg@uab.edu::64ed687d-63e1-4f2e-8232-9af12a8604ba" providerId="AD" clId="Web-{BE10D549-5B64-4DCF-B8CF-01914E0E8D63}" dt="2022-10-05T17:18:24.907" v="48" actId="20577"/>
          <ac:spMkLst>
            <pc:docMk/>
            <pc:sldMk cId="2146357300" sldId="263"/>
            <ac:spMk id="3" creationId="{856B29F7-FC6A-2F61-58B4-7F24D5F21B1F}"/>
          </ac:spMkLst>
        </pc:spChg>
        <pc:picChg chg="mod">
          <ac:chgData name="Gardner, Steven D" userId="S::stevendg@uab.edu::64ed687d-63e1-4f2e-8232-9af12a8604ba" providerId="AD" clId="Web-{BE10D549-5B64-4DCF-B8CF-01914E0E8D63}" dt="2022-10-05T17:17:48.750" v="41" actId="1076"/>
          <ac:picMkLst>
            <pc:docMk/>
            <pc:sldMk cId="2146357300" sldId="263"/>
            <ac:picMk id="5" creationId="{F93D0A90-2E34-E1DA-8EC8-31D6821B502A}"/>
          </ac:picMkLst>
        </pc:picChg>
      </pc:sldChg>
      <pc:sldChg chg="modSp">
        <pc:chgData name="Gardner, Steven D" userId="S::stevendg@uab.edu::64ed687d-63e1-4f2e-8232-9af12a8604ba" providerId="AD" clId="Web-{BE10D549-5B64-4DCF-B8CF-01914E0E8D63}" dt="2022-10-05T17:16:22.826" v="25" actId="1076"/>
        <pc:sldMkLst>
          <pc:docMk/>
          <pc:sldMk cId="606415252" sldId="265"/>
        </pc:sldMkLst>
        <pc:spChg chg="mod">
          <ac:chgData name="Gardner, Steven D" userId="S::stevendg@uab.edu::64ed687d-63e1-4f2e-8232-9af12a8604ba" providerId="AD" clId="Web-{BE10D549-5B64-4DCF-B8CF-01914E0E8D63}" dt="2022-10-05T17:16:22.826" v="25" actId="1076"/>
          <ac:spMkLst>
            <pc:docMk/>
            <pc:sldMk cId="606415252" sldId="265"/>
            <ac:spMk id="2" creationId="{0B498A40-030D-5BDF-96FB-3DD44598F01B}"/>
          </ac:spMkLst>
        </pc:spChg>
      </pc:sldChg>
      <pc:sldChg chg="addSp delSp modSp">
        <pc:chgData name="Gardner, Steven D" userId="S::stevendg@uab.edu::64ed687d-63e1-4f2e-8232-9af12a8604ba" providerId="AD" clId="Web-{BE10D549-5B64-4DCF-B8CF-01914E0E8D63}" dt="2022-10-05T17:16:35.842" v="29" actId="20577"/>
        <pc:sldMkLst>
          <pc:docMk/>
          <pc:sldMk cId="2525678162" sldId="266"/>
        </pc:sldMkLst>
        <pc:spChg chg="del mod">
          <ac:chgData name="Gardner, Steven D" userId="S::stevendg@uab.edu::64ed687d-63e1-4f2e-8232-9af12a8604ba" providerId="AD" clId="Web-{BE10D549-5B64-4DCF-B8CF-01914E0E8D63}" dt="2022-10-05T17:16:28.311" v="26"/>
          <ac:spMkLst>
            <pc:docMk/>
            <pc:sldMk cId="2525678162" sldId="266"/>
            <ac:spMk id="2" creationId="{F7465305-F356-5DF5-542C-12ED948A4C14}"/>
          </ac:spMkLst>
        </pc:spChg>
        <pc:spChg chg="add del mod">
          <ac:chgData name="Gardner, Steven D" userId="S::stevendg@uab.edu::64ed687d-63e1-4f2e-8232-9af12a8604ba" providerId="AD" clId="Web-{BE10D549-5B64-4DCF-B8CF-01914E0E8D63}" dt="2022-10-05T17:16:31.967" v="28"/>
          <ac:spMkLst>
            <pc:docMk/>
            <pc:sldMk cId="2525678162" sldId="266"/>
            <ac:spMk id="6" creationId="{8F926918-7876-0C21-78B6-74CA4D453364}"/>
          </ac:spMkLst>
        </pc:spChg>
        <pc:spChg chg="add mod">
          <ac:chgData name="Gardner, Steven D" userId="S::stevendg@uab.edu::64ed687d-63e1-4f2e-8232-9af12a8604ba" providerId="AD" clId="Web-{BE10D549-5B64-4DCF-B8CF-01914E0E8D63}" dt="2022-10-05T17:16:35.842" v="29" actId="20577"/>
          <ac:spMkLst>
            <pc:docMk/>
            <pc:sldMk cId="2525678162" sldId="266"/>
            <ac:spMk id="8" creationId="{C2C33DD0-A772-3984-BDB2-E1580B868E1A}"/>
          </ac:spMkLst>
        </pc:spChg>
      </pc:sldChg>
      <pc:sldChg chg="modSp">
        <pc:chgData name="Gardner, Steven D" userId="S::stevendg@uab.edu::64ed687d-63e1-4f2e-8232-9af12a8604ba" providerId="AD" clId="Web-{BE10D549-5B64-4DCF-B8CF-01914E0E8D63}" dt="2022-10-05T17:19:06.330" v="90" actId="20577"/>
        <pc:sldMkLst>
          <pc:docMk/>
          <pc:sldMk cId="1664211735" sldId="267"/>
        </pc:sldMkLst>
        <pc:spChg chg="mod">
          <ac:chgData name="Gardner, Steven D" userId="S::stevendg@uab.edu::64ed687d-63e1-4f2e-8232-9af12a8604ba" providerId="AD" clId="Web-{BE10D549-5B64-4DCF-B8CF-01914E0E8D63}" dt="2022-10-05T17:19:06.330" v="90" actId="20577"/>
          <ac:spMkLst>
            <pc:docMk/>
            <pc:sldMk cId="1664211735" sldId="267"/>
            <ac:spMk id="3" creationId="{BBE914F5-7063-609F-805C-2FAC5DC8DF2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FCEA0-46FB-2E81-9DAC-62FB5A0BA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76E7C-8340-0990-EF32-E6309F888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0DAB4-0752-3AC3-7A46-AF40F1BCC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DEEB7-6EBD-7B2B-BC24-97D73A48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8BBBE-B9C7-ADCF-AC6E-36852686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2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08C4-3ED0-7965-310D-E99DC2DE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A4523-DA95-8DAE-6ACA-8DF460ABC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2BB13-13D4-9EC0-A8BF-2FE92A6B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86191-B50E-2BD5-2CFB-6546CD92B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CB148-9D28-0ABF-562E-998180A8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1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9E71C-44FF-82F6-849C-C659FEBB3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76BB4-72C8-5C90-FA22-0D996E364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7DF9D-8EA9-2CE8-22D1-45A05A68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D6543-EE95-95D6-D9DD-AA5949AD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21E6E-21B7-266A-F7CA-6E80FE0E6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4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3F8A-C0D7-ABD4-2A35-799B5033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6D924-337C-03B4-DB3A-68D0A7C90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1740E-2C90-A418-5A2A-CB8BE50EB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C28EE-3838-BF98-8CCC-115ADFFE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F6380-FC72-BCF6-D75C-0A4ABA031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12EA8-4ED8-78C6-8305-74154480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23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70AA-7400-D04D-7862-931083A2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EE4EB-8656-20D1-41CB-1E63FE58D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7341F-28A3-961A-1A53-C93CAF8EE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1BE4C-4DFD-9CC5-F4A0-82FE613647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9FA6AD-D25A-B18A-4B0F-0FD3D152A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CD1A9-26E9-8325-3FD4-A1C4D485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37F1B-77CC-B343-5BD5-6BCB8C29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A9862E-C094-9284-5BEC-F56702FA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35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0085-571E-804A-5434-23EE5828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33AB8-9AC6-23BA-2090-24E36F1C7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1BF46-8059-0FA1-79BD-917A2042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48A9B-41E9-7869-CCA4-948EE82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6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D5A8D-CF76-15FA-C8A0-269DE9176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9DB21-CA15-568D-C487-CD2DA375C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B8A86-8D80-EAAD-A4E8-AD3E9E9F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32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59813-1430-E47A-73C6-431D358D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B8771-8340-DF57-B498-62F201655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A075B-2914-2FE4-D66F-3F4B067D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1C827-9953-7791-2FD1-662301512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D4B9B-AFF0-1021-AF6A-DDF4FE50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3B81E-0A8F-9750-0192-DA8BA1BA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9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EA91-EB62-503E-C9CC-19D1E792D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E96810-42C3-7FF4-F50C-9398C139A7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F9B197-6D19-AB1B-52D5-826144F99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3048D-E766-551B-F8C3-5BC833D7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205CB-1A88-D8E8-93F6-83813CA3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C6C5A-533B-6292-8BE5-23D33569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15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497B-3346-B323-B3F8-582CBACA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2791D-BA92-5975-BAA8-99E7B6537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3C0DB-D4A9-0928-9235-AEB3A683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25981-9999-8A44-11A6-8C46C395E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A75CE-A7CD-4D8D-B838-2B3D5022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12554-D7C1-89D0-0F25-0151ACFC4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EBFCC-4E99-A879-B4DC-3F4AA859F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26E3A-5E2A-FB8F-7264-B8E49F390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79B8B-4536-BE40-7A7D-EFA341877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AE0EA-1ABE-1C31-AB46-73004F43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7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F605C-2442-F7C2-0A43-2D5AEF7EE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825AD-1831-F446-744A-7957D2852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DA49E-685E-5BFD-F78F-05E60AE9D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55DED-3A70-4A9A-B297-721C615008C5}" type="datetimeFigureOut">
              <a:rPr lang="en-US" smtClean="0"/>
              <a:t>10/5/2022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D03E0-2045-04D2-EAB7-851FD8CAA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23CF3-64A1-E35C-8768-1EC9A829A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0F217-2E6C-4FE5-BA40-1D3A11CA4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6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2102C-1990-56D7-881B-1579582F3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0093" y="1122363"/>
            <a:ext cx="7491813" cy="2387600"/>
          </a:xfrm>
        </p:spPr>
        <p:txBody>
          <a:bodyPr/>
          <a:lstStyle/>
          <a:p>
            <a:r>
              <a:rPr lang="en-US"/>
              <a:t>Train/Test a New </a:t>
            </a:r>
            <a:r>
              <a:rPr lang="en-US" err="1"/>
              <a:t>Deeplab</a:t>
            </a:r>
            <a:r>
              <a:rPr lang="en-US"/>
              <a:t> V3+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657FB9-F145-CB29-BB36-B71A19E93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S. D. Gardner</a:t>
            </a:r>
          </a:p>
          <a:p>
            <a:r>
              <a:rPr lang="en-US"/>
              <a:t>AVMI – EITD – UAB</a:t>
            </a:r>
          </a:p>
          <a:p>
            <a:r>
              <a:rPr lang="en-US"/>
              <a:t>October 2022</a:t>
            </a:r>
          </a:p>
        </p:txBody>
      </p:sp>
    </p:spTree>
    <p:extLst>
      <p:ext uri="{BB962C8B-B14F-4D97-AF65-F5344CB8AC3E}">
        <p14:creationId xmlns:p14="http://schemas.microsoft.com/office/powerpoint/2010/main" val="383165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BC25-553F-B978-5B8D-0C693A92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30" y="288213"/>
            <a:ext cx="10515600" cy="899653"/>
          </a:xfrm>
        </p:spPr>
        <p:txBody>
          <a:bodyPr/>
          <a:lstStyle/>
          <a:p>
            <a:r>
              <a:rPr lang="en-US"/>
              <a:t>1. Prepare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73CB7-C570-BDB5-2F6E-5CAD92588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54" y="1388565"/>
            <a:ext cx="11238523" cy="543846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Image/annotation size </a:t>
            </a:r>
            <a:r>
              <a:rPr lang="en-US" b="1"/>
              <a:t>can be any size </a:t>
            </a:r>
            <a:r>
              <a:rPr lang="en-US"/>
              <a:t>greater than [224x224]</a:t>
            </a:r>
          </a:p>
          <a:p>
            <a:pPr lvl="1"/>
            <a:r>
              <a:rPr lang="en-US" b="1">
                <a:cs typeface="Calibri"/>
              </a:rPr>
              <a:t>RUGD+RELLIS dataset has the format shown in the table above</a:t>
            </a:r>
            <a:endParaRPr lang="en-US" b="1"/>
          </a:p>
          <a:p>
            <a:pPr lvl="2"/>
            <a:r>
              <a:rPr lang="en-US" b="1">
                <a:cs typeface="Calibri"/>
              </a:rPr>
              <a:t>See Slide 3-4 for more details</a:t>
            </a:r>
          </a:p>
          <a:p>
            <a:r>
              <a:rPr lang="en-US"/>
              <a:t>Image/annotation size </a:t>
            </a:r>
            <a:r>
              <a:rPr lang="en-US" b="1"/>
              <a:t>must match </a:t>
            </a:r>
            <a:r>
              <a:rPr lang="en-US"/>
              <a:t>and be consistent through dataset</a:t>
            </a:r>
            <a:endParaRPr lang="en-US">
              <a:cs typeface="Calibri"/>
            </a:endParaRPr>
          </a:p>
          <a:p>
            <a:r>
              <a:rPr lang="en-US"/>
              <a:t>Annotation colors/classes are defined within the code settings.</a:t>
            </a:r>
            <a:endParaRPr lang="en-US">
              <a:cs typeface="Calibri"/>
            </a:endParaRPr>
          </a:p>
          <a:p>
            <a:pPr lvl="1"/>
            <a:r>
              <a:rPr lang="en-US"/>
              <a:t>See Slides 5-9 for more details</a:t>
            </a:r>
            <a:endParaRPr lang="en-US">
              <a:cs typeface="Calibri"/>
            </a:endParaRPr>
          </a:p>
          <a:p>
            <a:pPr marL="914400" lvl="1" indent="-457200">
              <a:buFont typeface="+mj-lt"/>
              <a:buAutoNum type="arabicPeriod"/>
            </a:pPr>
            <a:endParaRPr lang="en-US"/>
          </a:p>
          <a:p>
            <a:pPr marL="457200" indent="-457200">
              <a:buFont typeface="+mj-lt"/>
              <a:buAutoNum type="arabicPeriod"/>
            </a:pPr>
            <a:r>
              <a:rPr lang="en-US"/>
              <a:t>Check for annotation consistency</a:t>
            </a:r>
            <a:endParaRPr lang="en-US">
              <a:cs typeface="Calibri"/>
            </a:endParaRPr>
          </a:p>
          <a:p>
            <a:pPr lvl="1"/>
            <a:r>
              <a:rPr lang="en-US"/>
              <a:t>e.g., multiple colors showing as a single class, multiple classes showing with single color, corrupted files, missing pixel colors, etc.</a:t>
            </a:r>
            <a:endParaRPr lang="en-US">
              <a:cs typeface="Calibri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/>
              <a:t>Relabel the annotations as necessary to match your wanted output</a:t>
            </a:r>
            <a:endParaRPr lang="en-US">
              <a:cs typeface="Calibri"/>
            </a:endParaRPr>
          </a:p>
          <a:p>
            <a:pPr lvl="1"/>
            <a:r>
              <a:rPr lang="en-US" b="1"/>
              <a:t>MATLAB code can be provided to do this task</a:t>
            </a:r>
            <a:endParaRPr lang="en-US" b="1">
              <a:cs typeface="Calibri"/>
            </a:endParaRPr>
          </a:p>
          <a:p>
            <a:pPr lvl="1"/>
            <a:r>
              <a:rPr lang="en-US" b="1">
                <a:cs typeface="Calibri"/>
              </a:rPr>
              <a:t>Multiple classes can be grouped in the code (see Slide 8)</a:t>
            </a:r>
            <a:endParaRPr lang="en-US" b="1"/>
          </a:p>
          <a:p>
            <a:pPr marL="457200" indent="-457200">
              <a:buFont typeface="+mj-lt"/>
              <a:buAutoNum type="arabicPeriod"/>
            </a:pPr>
            <a:r>
              <a:rPr lang="en-US"/>
              <a:t>Save annotations and images into separate folders.</a:t>
            </a:r>
            <a:endParaRPr lang="en-US">
              <a:cs typeface="Calibri"/>
            </a:endParaRPr>
          </a:p>
          <a:p>
            <a:pPr lvl="1"/>
            <a:r>
              <a:rPr lang="en-US"/>
              <a:t>File types can be .</a:t>
            </a:r>
            <a:r>
              <a:rPr lang="en-US" err="1"/>
              <a:t>png</a:t>
            </a:r>
            <a:r>
              <a:rPr lang="en-US"/>
              <a:t>, .jpg, or .tiff</a:t>
            </a:r>
            <a:endParaRPr lang="en-US">
              <a:cs typeface="Calibri"/>
            </a:endParaRPr>
          </a:p>
          <a:p>
            <a:pPr lvl="1"/>
            <a:r>
              <a:rPr lang="en-US"/>
              <a:t>The file types are defined in the algorithm code</a:t>
            </a:r>
            <a:endParaRPr lang="en-US">
              <a:cs typeface="Calibri"/>
            </a:endParaRPr>
          </a:p>
          <a:p>
            <a:pPr lvl="1"/>
            <a:r>
              <a:rPr lang="en-US"/>
              <a:t>Make sure whatever extension is chosen is consistent through the dataset.</a:t>
            </a:r>
            <a:endParaRPr lang="en-US">
              <a:cs typeface="Calibri"/>
            </a:endParaRPr>
          </a:p>
          <a:p>
            <a:pPr lvl="1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F1334B-BF41-A0F5-35F1-8E2DFFC87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524165"/>
              </p:ext>
            </p:extLst>
          </p:nvPr>
        </p:nvGraphicFramePr>
        <p:xfrm>
          <a:off x="6561015" y="310271"/>
          <a:ext cx="528319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101">
                  <a:extLst>
                    <a:ext uri="{9D8B030D-6E8A-4147-A177-3AD203B41FA5}">
                      <a16:colId xmlns:a16="http://schemas.microsoft.com/office/drawing/2014/main" val="3830405515"/>
                    </a:ext>
                  </a:extLst>
                </a:gridCol>
                <a:gridCol w="725644">
                  <a:extLst>
                    <a:ext uri="{9D8B030D-6E8A-4147-A177-3AD203B41FA5}">
                      <a16:colId xmlns:a16="http://schemas.microsoft.com/office/drawing/2014/main" val="1295509164"/>
                    </a:ext>
                  </a:extLst>
                </a:gridCol>
                <a:gridCol w="1374905">
                  <a:extLst>
                    <a:ext uri="{9D8B030D-6E8A-4147-A177-3AD203B41FA5}">
                      <a16:colId xmlns:a16="http://schemas.microsoft.com/office/drawing/2014/main" val="2945413758"/>
                    </a:ext>
                  </a:extLst>
                </a:gridCol>
                <a:gridCol w="725644">
                  <a:extLst>
                    <a:ext uri="{9D8B030D-6E8A-4147-A177-3AD203B41FA5}">
                      <a16:colId xmlns:a16="http://schemas.microsoft.com/office/drawing/2014/main" val="2514710968"/>
                    </a:ext>
                  </a:extLst>
                </a:gridCol>
                <a:gridCol w="1374905">
                  <a:extLst>
                    <a:ext uri="{9D8B030D-6E8A-4147-A177-3AD203B41FA5}">
                      <a16:colId xmlns:a16="http://schemas.microsoft.com/office/drawing/2014/main" val="24963746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/>
                </a:tc>
                <a:tc gridSpan="2"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Image</a:t>
                      </a:r>
                      <a:endParaRPr lang="en-US">
                        <a:effectLst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Annotation</a:t>
                      </a:r>
                      <a:endParaRPr lang="en-US">
                        <a:effectLst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3682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Type</a:t>
                      </a:r>
                      <a:endParaRPr lang="en-US" b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Size</a:t>
                      </a:r>
                      <a:endParaRPr lang="en-US" b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Type</a:t>
                      </a:r>
                      <a:endParaRPr lang="en-US" b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Size</a:t>
                      </a:r>
                      <a:endParaRPr lang="en-US" b="1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962948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Dataset</a:t>
                      </a:r>
                      <a:endParaRPr lang="en-US" b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.jpg</a:t>
                      </a:r>
                      <a:endParaRPr lang="en-US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1920x1200</a:t>
                      </a:r>
                      <a:endParaRPr lang="en-US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.</a:t>
                      </a:r>
                      <a:r>
                        <a:rPr lang="en-US" sz="1800" kern="1200" err="1">
                          <a:effectLst/>
                        </a:rPr>
                        <a:t>png</a:t>
                      </a:r>
                      <a:endParaRPr lang="en-US" err="1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200">
                          <a:effectLst/>
                        </a:rPr>
                        <a:t>1920x1200</a:t>
                      </a:r>
                      <a:endParaRPr lang="en-US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6830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7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8A40-030D-5BDF-96FB-3DD44598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36" y="164159"/>
            <a:ext cx="6419729" cy="822740"/>
          </a:xfrm>
        </p:spPr>
        <p:txBody>
          <a:bodyPr>
            <a:normAutofit fontScale="90000"/>
          </a:bodyPr>
          <a:lstStyle/>
          <a:p>
            <a:r>
              <a:rPr lang="en-US"/>
              <a:t>Example: RUGD + RELLIS (1/2)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B792D99-A048-06F7-B25B-38808C2C07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164827"/>
              </p:ext>
            </p:extLst>
          </p:nvPr>
        </p:nvGraphicFramePr>
        <p:xfrm>
          <a:off x="744196" y="1363963"/>
          <a:ext cx="5288396" cy="170307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76050">
                  <a:extLst>
                    <a:ext uri="{9D8B030D-6E8A-4147-A177-3AD203B41FA5}">
                      <a16:colId xmlns:a16="http://schemas.microsoft.com/office/drawing/2014/main" val="1308873669"/>
                    </a:ext>
                  </a:extLst>
                </a:gridCol>
                <a:gridCol w="728304">
                  <a:extLst>
                    <a:ext uri="{9D8B030D-6E8A-4147-A177-3AD203B41FA5}">
                      <a16:colId xmlns:a16="http://schemas.microsoft.com/office/drawing/2014/main" val="92064420"/>
                    </a:ext>
                  </a:extLst>
                </a:gridCol>
                <a:gridCol w="1377869">
                  <a:extLst>
                    <a:ext uri="{9D8B030D-6E8A-4147-A177-3AD203B41FA5}">
                      <a16:colId xmlns:a16="http://schemas.microsoft.com/office/drawing/2014/main" val="4224995937"/>
                    </a:ext>
                  </a:extLst>
                </a:gridCol>
                <a:gridCol w="728304">
                  <a:extLst>
                    <a:ext uri="{9D8B030D-6E8A-4147-A177-3AD203B41FA5}">
                      <a16:colId xmlns:a16="http://schemas.microsoft.com/office/drawing/2014/main" val="1035315418"/>
                    </a:ext>
                  </a:extLst>
                </a:gridCol>
                <a:gridCol w="1377869">
                  <a:extLst>
                    <a:ext uri="{9D8B030D-6E8A-4147-A177-3AD203B41FA5}">
                      <a16:colId xmlns:a16="http://schemas.microsoft.com/office/drawing/2014/main" val="411654615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Image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Annotation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2223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Type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Size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Type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Size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52532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RUGD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</a:rPr>
                        <a:t>.</a:t>
                      </a:r>
                      <a:r>
                        <a:rPr lang="en-US" sz="1800" b="0" u="none" strike="noStrike" err="1">
                          <a:solidFill>
                            <a:srgbClr val="FF0000"/>
                          </a:solidFill>
                          <a:effectLst/>
                        </a:rPr>
                        <a:t>png</a:t>
                      </a:r>
                      <a:endParaRPr lang="en-US" sz="1800" b="0" i="0" u="none" strike="noStrike" err="1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</a:rPr>
                        <a:t>688 x 550</a:t>
                      </a:r>
                      <a:endParaRPr lang="en-US" sz="1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r>
                        <a:rPr lang="en-US" sz="18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png</a:t>
                      </a:r>
                      <a:endParaRPr lang="en-US" sz="1800" b="0" i="0" u="none" strike="noStrike" err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FF0000"/>
                          </a:solidFill>
                          <a:effectLst/>
                        </a:rPr>
                        <a:t>688 x 550</a:t>
                      </a:r>
                      <a:endParaRPr lang="en-US" sz="18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11580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RELLIS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.jpg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1920x1200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r>
                        <a:rPr lang="en-US" sz="1800" b="0" u="none" strike="noStrike" err="1">
                          <a:solidFill>
                            <a:srgbClr val="000000"/>
                          </a:solidFill>
                          <a:effectLst/>
                        </a:rPr>
                        <a:t>png</a:t>
                      </a:r>
                      <a:endParaRPr lang="en-US" sz="1800" b="0" i="0" u="none" strike="noStrike" err="1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1920x1200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4548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96976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Dataset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.jpg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1920x1200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.</a:t>
                      </a:r>
                      <a:r>
                        <a:rPr lang="en-US" sz="1800" b="1" u="none" strike="noStrike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png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1920x1200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66945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7D26589-D5F8-8239-DB5E-2AD3DF788D89}"/>
              </a:ext>
            </a:extLst>
          </p:cNvPr>
          <p:cNvGraphicFramePr>
            <a:graphicFrameLocks noGrp="1"/>
          </p:cNvGraphicFramePr>
          <p:nvPr/>
        </p:nvGraphicFramePr>
        <p:xfrm>
          <a:off x="6485839" y="256975"/>
          <a:ext cx="5640644" cy="6405009"/>
        </p:xfrm>
        <a:graphic>
          <a:graphicData uri="http://schemas.openxmlformats.org/drawingml/2006/table">
            <a:tbl>
              <a:tblPr/>
              <a:tblGrid>
                <a:gridCol w="296388">
                  <a:extLst>
                    <a:ext uri="{9D8B030D-6E8A-4147-A177-3AD203B41FA5}">
                      <a16:colId xmlns:a16="http://schemas.microsoft.com/office/drawing/2014/main" val="1220611626"/>
                    </a:ext>
                  </a:extLst>
                </a:gridCol>
                <a:gridCol w="870641">
                  <a:extLst>
                    <a:ext uri="{9D8B030D-6E8A-4147-A177-3AD203B41FA5}">
                      <a16:colId xmlns:a16="http://schemas.microsoft.com/office/drawing/2014/main" val="3411246799"/>
                    </a:ext>
                  </a:extLst>
                </a:gridCol>
                <a:gridCol w="1194816">
                  <a:extLst>
                    <a:ext uri="{9D8B030D-6E8A-4147-A177-3AD203B41FA5}">
                      <a16:colId xmlns:a16="http://schemas.microsoft.com/office/drawing/2014/main" val="2500041465"/>
                    </a:ext>
                  </a:extLst>
                </a:gridCol>
                <a:gridCol w="1194816">
                  <a:extLst>
                    <a:ext uri="{9D8B030D-6E8A-4147-A177-3AD203B41FA5}">
                      <a16:colId xmlns:a16="http://schemas.microsoft.com/office/drawing/2014/main" val="2899353633"/>
                    </a:ext>
                  </a:extLst>
                </a:gridCol>
                <a:gridCol w="1194816">
                  <a:extLst>
                    <a:ext uri="{9D8B030D-6E8A-4147-A177-3AD203B41FA5}">
                      <a16:colId xmlns:a16="http://schemas.microsoft.com/office/drawing/2014/main" val="1306753382"/>
                    </a:ext>
                  </a:extLst>
                </a:gridCol>
                <a:gridCol w="889167">
                  <a:extLst>
                    <a:ext uri="{9D8B030D-6E8A-4147-A177-3AD203B41FA5}">
                      <a16:colId xmlns:a16="http://schemas.microsoft.com/office/drawing/2014/main" val="3273921810"/>
                    </a:ext>
                  </a:extLst>
                </a:gridCol>
              </a:tblGrid>
              <a:tr h="131859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Ontologies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73691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RUGD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RELLIS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Simulator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Relabel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33397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void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[000 000 000]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[000 000 000]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[000 000 000]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30007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dirt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[108 064 020]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[108 064 020]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[108 064 020]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0970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sand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[255 229 204]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[000 102 000]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grass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99651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grass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[000 102 000]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[000 102 000]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[000 102 000]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218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[000 255 000]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[000 255 000]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[000 255 000]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86792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[000 153 153]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[000 153 153]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93825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[000 128 255]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[000 128 255]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[000 128 255]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88920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sky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[000 000 255]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[000 000 255]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[000 000 255]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67677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vehicle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[255 255 000]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[255 255 000]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53633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object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[255 000 127]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[255 000 127]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56081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asphalt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[064 064 064]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[064 064 064]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[170 170 170]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concrete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83158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gravel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[255 128 000]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[255 128 000]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349825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mulch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[153 076 000]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[000 102 000]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grass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26145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rockBed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[102 102 000]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38344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building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[255 000 000]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761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log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[102 000 000]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[102 000 000]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61286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bicycle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[000 255 128]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86595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person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[204 153 255]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[204 153 255]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4077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fence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[102 000 204]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[102 000 204]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71274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bush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[255 153 204]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[255 153 204]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[255 153 204]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65868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[000 102 102]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42088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rock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[153 204 255]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74086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bridge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[102 255 255]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451654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concrete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[101 101 11]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[170 170 170]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[170 170 170]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976555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table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[114 085 047]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372683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748685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uphill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[101 031 255]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[108 064 020]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dirt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67032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downhill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[137 149 009]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[108 064 020]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dirt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51904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puddle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[134 255 239]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[000 128 255]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62593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mud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[099 066 034]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[099 066 034]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483948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593" marR="6593" marT="659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rubble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[110 022 138]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[255 128 000]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gravel</a:t>
                      </a:r>
                    </a:p>
                  </a:txBody>
                  <a:tcPr marL="6593" marR="6593" marT="6593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52459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822F546-801B-8E23-3601-6092C2E7C74A}"/>
              </a:ext>
            </a:extLst>
          </p:cNvPr>
          <p:cNvSpPr txBox="1"/>
          <p:nvPr/>
        </p:nvSpPr>
        <p:spPr>
          <a:xfrm>
            <a:off x="586487" y="3406680"/>
            <a:ext cx="5446106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/>
              <a:t>Convert RUGD sizes and data type</a:t>
            </a:r>
            <a:r>
              <a:rPr lang="en-US"/>
              <a:t> to RELLIS sizes/types and save in the full dataset folder.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Relabel RUGD classes </a:t>
            </a:r>
            <a:r>
              <a:rPr lang="en-US"/>
              <a:t>to match the colors of the final ontology and save.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/>
              <a:t>Relabel RELLIS classes </a:t>
            </a:r>
            <a:r>
              <a:rPr lang="en-US"/>
              <a:t>to match the colors of the final ontology and save.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Retrain the </a:t>
            </a:r>
            <a:r>
              <a:rPr lang="en-US" err="1"/>
              <a:t>Deeplab</a:t>
            </a:r>
            <a:r>
              <a:rPr lang="en-US"/>
              <a:t> V3+ algorithm on the full dataset folder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7,444 total samples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15 trail scene from RUGD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5 trail scenes from RELLIS-3D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1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A86FD20-28FB-E3F4-0C5D-4AC63277D4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3089" y="999816"/>
          <a:ext cx="2923438" cy="3040380"/>
        </p:xfrm>
        <a:graphic>
          <a:graphicData uri="http://schemas.openxmlformats.org/drawingml/2006/table">
            <a:tbl>
              <a:tblPr/>
              <a:tblGrid>
                <a:gridCol w="365429">
                  <a:extLst>
                    <a:ext uri="{9D8B030D-6E8A-4147-A177-3AD203B41FA5}">
                      <a16:colId xmlns:a16="http://schemas.microsoft.com/office/drawing/2014/main" val="225852726"/>
                    </a:ext>
                  </a:extLst>
                </a:gridCol>
                <a:gridCol w="860187">
                  <a:extLst>
                    <a:ext uri="{9D8B030D-6E8A-4147-A177-3AD203B41FA5}">
                      <a16:colId xmlns:a16="http://schemas.microsoft.com/office/drawing/2014/main" val="408960326"/>
                    </a:ext>
                  </a:extLst>
                </a:gridCol>
                <a:gridCol w="1697822">
                  <a:extLst>
                    <a:ext uri="{9D8B030D-6E8A-4147-A177-3AD203B41FA5}">
                      <a16:colId xmlns:a16="http://schemas.microsoft.com/office/drawing/2014/main" val="271303486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 Ontology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9675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void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[000 000 000]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48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[108 064 020]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7152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grass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[000 102 000]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5170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tree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[000 255 000]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67358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[000 128 255]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9237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[000 000 255]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62496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gravel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[255 128 000]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7349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[255 153 204]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721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concrete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[170 170 170]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9133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barrier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[041 121 255]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08959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[099 066 034]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378854"/>
                  </a:ext>
                </a:extLst>
              </a:tr>
            </a:tbl>
          </a:graphicData>
        </a:graphic>
      </p:graphicFrame>
      <p:pic>
        <p:nvPicPr>
          <p:cNvPr id="2049" name="Picture 1">
            <a:extLst>
              <a:ext uri="{FF2B5EF4-FFF2-40B4-BE49-F238E27FC236}">
                <a16:creationId xmlns:a16="http://schemas.microsoft.com/office/drawing/2014/main" id="{DE770A1B-70C3-CF6D-D030-D92D4D682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340" y="1330103"/>
            <a:ext cx="7583520" cy="4643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C786EA6E-7617-399A-96B7-7D5A265C9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" y="4115642"/>
            <a:ext cx="3560762" cy="266690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2C33DD0-A772-3984-BDB2-E1580B868E1A}"/>
              </a:ext>
            </a:extLst>
          </p:cNvPr>
          <p:cNvSpPr txBox="1">
            <a:spLocks/>
          </p:cNvSpPr>
          <p:nvPr/>
        </p:nvSpPr>
        <p:spPr>
          <a:xfrm>
            <a:off x="159936" y="164159"/>
            <a:ext cx="6419729" cy="822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Example: RUGD + RELLIS (2/2)</a:t>
            </a:r>
          </a:p>
        </p:txBody>
      </p:sp>
    </p:spTree>
    <p:extLst>
      <p:ext uri="{BB962C8B-B14F-4D97-AF65-F5344CB8AC3E}">
        <p14:creationId xmlns:p14="http://schemas.microsoft.com/office/powerpoint/2010/main" val="252567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617D-34ED-D760-C552-A5EB4707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Point to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BE31C-C372-187A-AA6E-88861809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745" y="1825625"/>
            <a:ext cx="4579834" cy="4351338"/>
          </a:xfrm>
        </p:spPr>
        <p:txBody>
          <a:bodyPr/>
          <a:lstStyle/>
          <a:p>
            <a:r>
              <a:rPr lang="en-US"/>
              <a:t>Open </a:t>
            </a:r>
            <a:r>
              <a:rPr lang="en-US" err="1"/>
              <a:t>Deeplab_Node.mlx</a:t>
            </a:r>
            <a:endParaRPr lang="en-US"/>
          </a:p>
          <a:p>
            <a:r>
              <a:rPr lang="en-US"/>
              <a:t>Define the location of the saved images and annotations.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A06E8-32E7-EEFB-07D4-A38D5BC7E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793" y="1825625"/>
            <a:ext cx="7048462" cy="176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93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FF5A-EC8A-F50D-F60A-00915F141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Define the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E77B-05FA-FCC5-370A-B6D3DE7E0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0551" cy="4351338"/>
          </a:xfrm>
        </p:spPr>
        <p:txBody>
          <a:bodyPr/>
          <a:lstStyle/>
          <a:p>
            <a:r>
              <a:rPr lang="en-US"/>
              <a:t>List the class names however you desire.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5E3EC-C7AB-3FEA-31CC-6C128B4B7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833" y="1940341"/>
            <a:ext cx="4527460" cy="372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70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C6ABD-C155-5165-D9E8-C31B1020A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Define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C04B-094F-6BF3-7672-AED669E68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Open </a:t>
            </a:r>
            <a:r>
              <a:rPr lang="en-US" err="1"/>
              <a:t>generateDatastores.mlx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Define image file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Define annotation file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9FBD9-68AA-145E-F91B-48DD2256E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393" y="2367185"/>
            <a:ext cx="5404157" cy="404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6BE67F-3326-7E1D-A213-0E64892A0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289" y="2925838"/>
            <a:ext cx="5404157" cy="33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90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3BE7C-FBDA-5D2A-03F2-D147BD92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64" y="235483"/>
            <a:ext cx="10515600" cy="891107"/>
          </a:xfrm>
        </p:spPr>
        <p:txBody>
          <a:bodyPr/>
          <a:lstStyle/>
          <a:p>
            <a:r>
              <a:rPr lang="en-US"/>
              <a:t>5. Define pixel label 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9D433-AE26-43F2-BFB1-D1D6FF25D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742" y="1253331"/>
            <a:ext cx="10515600" cy="5128996"/>
          </a:xfrm>
        </p:spPr>
        <p:txBody>
          <a:bodyPr>
            <a:normAutofit/>
          </a:bodyPr>
          <a:lstStyle/>
          <a:p>
            <a:r>
              <a:rPr lang="en-US"/>
              <a:t>Open </a:t>
            </a:r>
            <a:r>
              <a:rPr lang="en-US" err="1"/>
              <a:t>dataPixelLabelIDs.m</a:t>
            </a:r>
            <a:endParaRPr lang="en-US"/>
          </a:p>
          <a:p>
            <a:r>
              <a:rPr lang="en-US"/>
              <a:t>If the annotation has multiple classes that you want to be grouped into 1 class, place the class you want grouped within the chosen class as follows:</a:t>
            </a:r>
          </a:p>
          <a:p>
            <a:r>
              <a:rPr lang="en-US"/>
              <a:t>Example:</a:t>
            </a:r>
          </a:p>
          <a:p>
            <a:pPr lvl="1"/>
            <a:r>
              <a:rPr lang="en-US"/>
              <a:t>Water is the desired class</a:t>
            </a:r>
          </a:p>
          <a:p>
            <a:pPr lvl="1"/>
            <a:r>
              <a:rPr lang="en-US"/>
              <a:t>Puddle will be redefined as Water</a:t>
            </a:r>
          </a:p>
          <a:p>
            <a:pPr lvl="1"/>
            <a:r>
              <a:rPr lang="en-US"/>
              <a:t>Other classes can be added by adding the semicolon, ellipses, and new line.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Define the RGB color for the annotation’s classes.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Group unwanted classes accordingly.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ED2E03-6D53-C005-2466-2C00FD72D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542" y="3589976"/>
            <a:ext cx="5142634" cy="63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96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2F75B-FB19-931C-BF8A-E6903AEF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63" y="263526"/>
            <a:ext cx="10515600" cy="974148"/>
          </a:xfrm>
        </p:spPr>
        <p:txBody>
          <a:bodyPr/>
          <a:lstStyle/>
          <a:p>
            <a:r>
              <a:rPr lang="en-US"/>
              <a:t>6. Define </a:t>
            </a:r>
            <a:r>
              <a:rPr lang="en-US" err="1"/>
              <a:t>cmap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ECFE6-6E62-599C-74F8-712158C8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73" y="1688089"/>
            <a:ext cx="55810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Open </a:t>
            </a:r>
            <a:r>
              <a:rPr lang="en-US" err="1"/>
              <a:t>dataColorMap.m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Matching the order of the list in Step 3 (Slide 6), define the output class colors</a:t>
            </a:r>
            <a:endParaRPr lang="en-US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7A36F-BC19-9D58-6AA8-D2242A02F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205" y="1688089"/>
            <a:ext cx="4133868" cy="309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92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2A95-5E2C-2F81-0C0E-91452B0C4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Save the trained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29F7-FC6A-2F61-58B4-7F24D5F21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276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Return to </a:t>
            </a:r>
            <a:r>
              <a:rPr lang="en-US" err="1"/>
              <a:t>Deeplab_Node.mlx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ea typeface="+mn-lt"/>
                <a:cs typeface="+mn-lt"/>
              </a:rPr>
              <a:t>Define the trained network save name.</a:t>
            </a:r>
          </a:p>
          <a:p>
            <a:pPr lvl="1">
              <a:buFont typeface="Arial" panose="020F0302020204030204"/>
              <a:buChar char="•"/>
            </a:pPr>
            <a:r>
              <a:rPr lang="en-US">
                <a:ea typeface="+mn-lt"/>
                <a:cs typeface="+mn-lt"/>
              </a:rPr>
              <a:t>Example: ‘dlnet10.mat’ was chosen here</a:t>
            </a:r>
            <a:endParaRPr lang="en-US"/>
          </a:p>
          <a:p>
            <a:pPr lvl="1">
              <a:buFont typeface="Arial" panose="020F0302020204030204"/>
              <a:buChar char="•"/>
            </a:pPr>
            <a:endParaRPr lang="en-US">
              <a:cs typeface="Calibri"/>
            </a:endParaRPr>
          </a:p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AutoNum type="arabicPeriod"/>
            </a:pPr>
            <a:r>
              <a:rPr lang="en-US"/>
              <a:t>Run the program and let it train/test.</a:t>
            </a:r>
            <a:endParaRPr lang="en-US">
              <a:cs typeface="Calibri"/>
            </a:endParaRPr>
          </a:p>
          <a:p>
            <a:pPr lvl="1"/>
            <a:r>
              <a:rPr lang="en-US"/>
              <a:t>This may take several hours.</a:t>
            </a:r>
            <a:endParaRPr lang="en-US"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endParaRPr lang="en-US">
              <a:cs typeface="Calibri"/>
            </a:endParaRPr>
          </a:p>
          <a:p>
            <a:pPr lvl="1"/>
            <a:endParaRPr lang="en-US"/>
          </a:p>
          <a:p>
            <a:r>
              <a:rPr lang="en-US"/>
              <a:t>The trained network may now be invoked elsewhere.</a:t>
            </a:r>
            <a:endParaRPr lang="en-US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3D0A90-2E34-E1DA-8EC8-31D6821B5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350" y="3248429"/>
            <a:ext cx="8056419" cy="48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5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E59E-5C78-6C69-B1F4-D9C49162E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816" y="140432"/>
            <a:ext cx="10515600" cy="876179"/>
          </a:xfrm>
        </p:spPr>
        <p:txBody>
          <a:bodyPr/>
          <a:lstStyle/>
          <a:p>
            <a:r>
              <a:rPr lang="en-US">
                <a:cs typeface="Calibri Light"/>
              </a:rPr>
              <a:t>9. Common Troubleshoot Issues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914F5-7063-609F-805C-2FAC5DC8D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299" y="1021757"/>
            <a:ext cx="7240114" cy="575950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cs typeface="Calibri"/>
              </a:rPr>
              <a:t>Does the program throw an error that a class has no pixels in the dataset?</a:t>
            </a:r>
          </a:p>
          <a:p>
            <a:pPr lvl="1"/>
            <a:r>
              <a:rPr lang="en-US">
                <a:cs typeface="Calibri"/>
              </a:rPr>
              <a:t>Every class must have at least 1 pixel in the dataset. Consider grouping the class into another class with pixels in the dataset.</a:t>
            </a:r>
          </a:p>
          <a:p>
            <a:r>
              <a:rPr lang="en-US" b="1">
                <a:cs typeface="Calibri"/>
              </a:rPr>
              <a:t>Does it take an exceptionally long time to train? (5+ hours)</a:t>
            </a:r>
          </a:p>
          <a:p>
            <a:pPr lvl="1"/>
            <a:r>
              <a:rPr lang="en-US">
                <a:cs typeface="Calibri"/>
              </a:rPr>
              <a:t>Likely, there is a class that has such few pixels in the dataset that the weights are enormous values, causing huge computing overhead.</a:t>
            </a:r>
          </a:p>
          <a:p>
            <a:pPr lvl="1"/>
            <a:r>
              <a:rPr lang="en-US">
                <a:cs typeface="Calibri"/>
              </a:rPr>
              <a:t>Consider grouping the class with low pixel count into a similar class with greater pixel representation in the dataset.</a:t>
            </a:r>
          </a:p>
          <a:p>
            <a:r>
              <a:rPr lang="en-US" b="1">
                <a:cs typeface="Calibri"/>
              </a:rPr>
              <a:t>Still very slow? Does it crash from high memory?</a:t>
            </a:r>
          </a:p>
          <a:p>
            <a:pPr marL="914400" lvl="1" indent="-457200">
              <a:buAutoNum type="arabicPeriod"/>
            </a:pPr>
            <a:r>
              <a:rPr lang="en-US">
                <a:cs typeface="Calibri"/>
              </a:rPr>
              <a:t>Open </a:t>
            </a:r>
            <a:r>
              <a:rPr lang="en-US" err="1">
                <a:cs typeface="Calibri"/>
              </a:rPr>
              <a:t>generateDLN.mlx</a:t>
            </a:r>
            <a:endParaRPr lang="en-US">
              <a:cs typeface="Calibri"/>
            </a:endParaRPr>
          </a:p>
          <a:p>
            <a:pPr marL="914400" lvl="1" indent="-457200">
              <a:buAutoNum type="arabicPeriod"/>
            </a:pPr>
            <a:r>
              <a:rPr lang="en-US">
                <a:cs typeface="Calibri"/>
              </a:rPr>
              <a:t>Reduce </a:t>
            </a:r>
            <a:r>
              <a:rPr lang="en-US" err="1">
                <a:cs typeface="Calibri"/>
              </a:rPr>
              <a:t>miniBatchSize</a:t>
            </a:r>
            <a:r>
              <a:rPr lang="en-US">
                <a:cs typeface="Calibri"/>
              </a:rPr>
              <a:t> to reduce GPU utilization.</a:t>
            </a:r>
          </a:p>
          <a:p>
            <a:pPr marL="914400" lvl="1" indent="-457200">
              <a:buAutoNum type="arabicPeriod"/>
            </a:pPr>
            <a:r>
              <a:rPr lang="en-US">
                <a:cs typeface="Calibri"/>
              </a:rPr>
              <a:t>Change the options as needed.</a:t>
            </a:r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D6315112-C527-5B55-71CA-D7DF7C046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532" y="3261938"/>
            <a:ext cx="4528177" cy="33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11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DB7B6F379A064B9BCDA3CFD0426C0B" ma:contentTypeVersion="16" ma:contentTypeDescription="Create a new document." ma:contentTypeScope="" ma:versionID="ac38dd6dea4f95beb023961efeb0c97b">
  <xsd:schema xmlns:xsd="http://www.w3.org/2001/XMLSchema" xmlns:xs="http://www.w3.org/2001/XMLSchema" xmlns:p="http://schemas.microsoft.com/office/2006/metadata/properties" xmlns:ns2="0e04d7bb-5b2b-4a61-aa4a-b7c223d77454" xmlns:ns3="c2a195dc-458b-4bff-a3a6-3d6199cb92ff" targetNamespace="http://schemas.microsoft.com/office/2006/metadata/properties" ma:root="true" ma:fieldsID="878fb81873e905765b2ec78fbc1b396b" ns2:_="" ns3:_="">
    <xsd:import namespace="0e04d7bb-5b2b-4a61-aa4a-b7c223d77454"/>
    <xsd:import namespace="c2a195dc-458b-4bff-a3a6-3d6199cb92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Flow_SignoffStatu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4d7bb-5b2b-4a61-aa4a-b7c223d774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a195dc-458b-4bff-a3a6-3d6199cb92f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12e006f-e3f4-4c27-afe3-33246fe05ce6}" ma:internalName="TaxCatchAll" ma:showField="CatchAllData" ma:web="c2a195dc-458b-4bff-a3a6-3d6199cb92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04d7bb-5b2b-4a61-aa4a-b7c223d77454">
      <Terms xmlns="http://schemas.microsoft.com/office/infopath/2007/PartnerControls"/>
    </lcf76f155ced4ddcb4097134ff3c332f>
    <TaxCatchAll xmlns="c2a195dc-458b-4bff-a3a6-3d6199cb92ff" xsi:nil="true"/>
    <_Flow_SignoffStatus xmlns="0e04d7bb-5b2b-4a61-aa4a-b7c223d7745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371C26-E28B-475D-A24F-2C262647F44D}">
  <ds:schemaRefs>
    <ds:schemaRef ds:uri="0e04d7bb-5b2b-4a61-aa4a-b7c223d77454"/>
    <ds:schemaRef ds:uri="c2a195dc-458b-4bff-a3a6-3d6199cb92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B133149-4DCA-4C9A-9844-D1A51F6B69D4}">
  <ds:schemaRefs>
    <ds:schemaRef ds:uri="0e04d7bb-5b2b-4a61-aa4a-b7c223d77454"/>
    <ds:schemaRef ds:uri="c2a195dc-458b-4bff-a3a6-3d6199cb92f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446324C-01DB-44A1-B005-CAC40B82BB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Train/Test a New Deeplab V3+ Network</vt:lpstr>
      <vt:lpstr>1. Prepare Datasets</vt:lpstr>
      <vt:lpstr>Example: RUGD + RELLIS (1/2)</vt:lpstr>
      <vt:lpstr>PowerPoint Presentation</vt:lpstr>
      <vt:lpstr>2. Point to Datasets</vt:lpstr>
      <vt:lpstr>3. Define the classes</vt:lpstr>
      <vt:lpstr>4. Define extensions</vt:lpstr>
      <vt:lpstr>5. Define pixel label IDs</vt:lpstr>
      <vt:lpstr>6. Define cmap</vt:lpstr>
      <vt:lpstr>8. Save the trained network</vt:lpstr>
      <vt:lpstr>9. Common Troubleshoot 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Preparation for Deeplab V3+ Training</dc:title>
  <dc:creator>Gardner, Steven D</dc:creator>
  <cp:revision>1</cp:revision>
  <dcterms:created xsi:type="dcterms:W3CDTF">2022-10-05T03:50:27Z</dcterms:created>
  <dcterms:modified xsi:type="dcterms:W3CDTF">2022-10-05T17:19:33Z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0x0101009CDB7B6F379A064B9BCDA3CFD0426C0B</vt:lpwstr>
  </property>
  <property fmtid="{D5CDD505-2E9C-101B-9397-08002B2CF9AE}" pid="3" name="MediaServiceImageTags">
    <vt:lpwstr/>
  </property>
</Properties>
</file>